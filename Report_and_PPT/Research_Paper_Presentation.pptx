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hAxyyJG3phQL+Coe/uzq0LLpmO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3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13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3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3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13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3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3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3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13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3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3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3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(Module-2) (22CS421)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of Scalable and Secure Backend Architectures for Resource Constrained Web Applications: Review</a:t>
            </a:r>
            <a:endParaRPr b="1" i="1" sz="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:-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Shivanshu (2210992330)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Animesh Chaudhri(2210991266)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Shwetank Dohroo (2210992373)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Shubham Goyal(2210992364)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Dr. Anshu Singla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web applications must handle growing user traffic while maintaining security under resource constraints.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Selecting the right backend architecture is non-trivial — especially for startups, small teams, and research institutions.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dominant patterns: Monolithic (single process), Microservices (independent services), Hybrid (API gateway + monolith).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 studies compared monolith vs. microservices in throughput; few address constrained commodity hardware with limited memory.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paper fills that gap via a controlled experiment comparing all three architectures under low, medium, and high load.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Metrics collected: average response time, p95 response time, RPS, memory RSS, CPU utilization, and HTTP error rate.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/>
          </a:p>
        </p:txBody>
      </p:sp>
      <p:sp>
        <p:nvSpPr>
          <p:cNvPr id="97" name="Google Shape;97;p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On a single machine, monolith outperforms microservices; vertical scaling more cost-efficient in Azure cloud (Blinowski et al., 2022).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Monolithic architecture shows ~6% higher throughput than microservices under concurrency testing (Al-Debagy &amp; Martinek, 2018).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Non-parametric regression shows microservices achieve better hardware optimization and cost reduction at scale (Tapia et al., 2020).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JWT-based stateless auth is widely adopted; behavioral extensions can increase trustworthiness of token-based access control.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Case studies of Prime Video and others reverting from microservices to monolith cite cost, complexity, and performance (Su et al., 2024).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On constrained IoT devices, monolith is better suited for small-scale apps in power, performance, and memory (du Plessis &amp; Correia, 2021).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[11] Dockerized dynamic RESTful APIs with FastAPI show high throughput (3.11% error) under heavy IoT load (Mabotha et al., 2025).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[13] Docker containers improve scalability and portability for microservices in CI/CD pipelines (Raikar et al., 2024).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Methodology: Application &amp; Hardware</a:t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05" name="Google Shape;105;p4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Application: Three functional modules — write-heavy data processing, report generation, and JWT-based authentication.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Identical business logic maintained across all three configurations to isolate architectural effects.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Hardware: Two Dell OptiPlex 7080 machines — Intel Core i5-10400, 8 GB DDR4 RAM, 256 GB SSD, Ubuntu 22.04 LTS.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machine hosted the application and databases; the other was dedicated to k6 load generation, connected via wired LAN.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Software: Node.js 18.17.1, Express 4.18.2, PostgreSQL 15.3, MongoDB 6.0.7, Docker 24.0.5, NGINX 1.24.0, PM2 5.3.0, k6 v0.45.0.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PM2 used for process management across all configurations — added after initial tests showed crash under heavy load.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Methodology: Architecture Details</a:t>
            </a:r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Monolith: Single Node.js process; all modules as Express routers; PostgreSQL for users, MongoDB for records and reports.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Microservices: Each module (auth, data processing, reporting) runs as independent Docker container; REST via user-defined bridge network.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Microservices: Docker DNS latency spikes (5-15ms) resolved by switching to user-defined bridge with static IPs.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Hybrid: Monolith Node.js app deployed behind NGINX; gateway handles JWT auth, rate limiting (100 req/s/IP), routing, and TLS.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Hybrid: Requests reaching Node.js are pre-validated — application layer performs no authentication itself.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Testing: k6 at 50 VUs (low), 200 VUs (medium), 500 VUs (high); 3 minutes per level, 3 runs each, results averaged.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k6 script: authenticate → 5 sequential data requests → 2 report requests; 10-second timeout applied.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Response Time &amp; Throughput</a:t>
            </a:r>
            <a:endParaRPr/>
          </a:p>
        </p:txBody>
      </p:sp>
      <p:sp>
        <p:nvSpPr>
          <p:cNvPr id="118" name="Google Shape;118;p6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19" name="Google Shape;119;p6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50 VUs: Monolith fastest at 42ms avg RT (no inter-service overhead); Microservices ~20ms slower due to Docker REST calls.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200 VUs: Monolith degraded to 191ms avg, 0.33% error rate — PostgreSQL pool exhaustion (default pool size = 10).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200 VUs: Both Microservices (129ms) and Hybrid (146ms) completed with zero errors.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500 VUs: Monolith critically degraded — 1347ms avg RT, p95 &gt; 3s, 4.71% errors; event loop at 88-92% CPU saturation.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500 VUs: Microservices held 188ms avg, 265 RPS, 0.19% error rate — best throughput at high load.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500 VUs: Hybrid at 258ms avg, 194 RPS — slower than microservices likely due to NGINX/Node.js CPU contention on same machine.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insight: Monolith suitable only for low-concurrency; Microservices wins on throughput; Hybrid balances performance and security.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Memory, CPU &amp; Security</a:t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26" name="Google Shape;126;p7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at 500 VUs: Microservices containers ~840-870 MB RSS combined; Monolith ~410 MB; Hybrid ~590 MB (incl. NGINX).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Microservices containers required 512 MB memory limits via Docker Compose — without limits, machine ran out of RAM and swapped.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CPU: Monolith sustained ~90% on single core at 500 VUs; each microservice container stayed below 60%.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Hybrid: Node.js ~70% CPU on one core, NGINX ~12% on a separate core — no single-core saturation.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— Monolith: All 200 invalid/expired JWT requests correctly returned HTTP 401; risk is centralized misconfiguration.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— Microservices: Bug found in data processing service — JWT expiry claim (exp) not checked; expired tokens accepted.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— Hybrid: All invalid, expired, and missing tokens returned 401 via NGINX; rate-limited requests returned HTTP 429.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provides strongest security posture by centralizing auth logic — prevents inconsistent implementation across services.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/>
          </a:p>
        </p:txBody>
      </p:sp>
      <p:sp>
        <p:nvSpPr>
          <p:cNvPr id="132" name="Google Shape;132;p8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33" name="Google Shape;133;p8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Microservices config did not implement per-service database isolation — shared PostgreSQL and MongoDB instances used.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Shared databases likely underestimate real-world microservices resource overhead and may affect connection contention results.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TLS termination was included only in Hybrid (via NGINX) — monolith and microservices lacked TLS, making security comparison imprecise.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NGINX and Node.js shared the same physical machine in Hybrid setup — CPU contention not present in production-grade deployments.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machines are shared college lab resources; tests run during off-peak hours, but background processes not fully controlled.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database-level tuning applied — connection pool sizes, query caches, and indexes left at defaults intentionally.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39" name="Google Shape;139;p9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40" name="Google Shape;140;p9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Monolith: Best performance at low load (42ms at 50 VUs); degrades sharply at higher concurrency — suitable only for low-concurrency apps.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Monolith: Connection pool exhaustion causes errors at 200 VUs; event loop saturation produces 4.71% errors and 1347ms RT at 500 VUs.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Microservices: Best throughput at high load (265 RPS, 0.19% error at 500 VUs); ~2x memory overhead vs monolith.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Microservices: JWT expiry bug illustrates systemic security risk when auth logic is independently implemented across services.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Hybrid: Competitive throughput, zero errors at 200 VUs, strongest security posture through centralized gateway-level enforcement.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prevents the JWT expiry defect seen in microservices via single-point authentication at NGINX layer.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Recommendation: For resource-constrained teams needing scalability without full microservices complexity, Hybrid is optimal.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work: Evaluate on isolated hardware per component with per-service databases and production-grade configurations.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146" name="Google Shape;146;p11"/>
          <p:cNvSpPr txBox="1"/>
          <p:nvPr/>
        </p:nvSpPr>
        <p:spPr>
          <a:xfrm>
            <a:off x="164008" y="900000"/>
            <a:ext cx="8838720" cy="504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G. Blinowski, A. Ojdowska and A. Przybylek, "Monolithic vs. Microservice Architecture: A Performance and Scalability Evaluation," IEEE Access, vol. 10, pp. 20357-20374, 2022.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O. Al-Debagy and P. Martinek, "A Comparative Review of Microservices and Monolithic Architectures," IEEE CINTI, pp. 000149-000154, 2018.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F. Tapia et al., "From Monolithic Systems to Microservices: A Comparative Study of Performance," Applied Sciences, vol. 10, p. 5797, 2020.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A. Bucko et al., "Enhancing JWT Authentication and Authorization in Web Applications Based on User Behavior History," Computers, vol. 12, p. 78, 2023.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R. Su, X. Li, and D. Taibi, "From Microservice to Monolith: A Multivocal Literature Review," Electronics, vol. 13, p. 1452, 2024.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S. du Plessis and N. Correia, "A Comparative Study of Software Architectures in Constrained Device IoT Deployments," IEEE IoTaIS, 2021.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[11] E. Mabotha et al., "A Dockerized Approach to Dynamic Endpoint Management for RESTful APIs in IoT Ecosystems," Sensors, vol. 25, p. 2993, 2025.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[13] M. M. Raikar et al., "Leveraging Docker Containers for Deployment of Web Applications in Microservices Architecture," IEEE InCoWoCo, 2024.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